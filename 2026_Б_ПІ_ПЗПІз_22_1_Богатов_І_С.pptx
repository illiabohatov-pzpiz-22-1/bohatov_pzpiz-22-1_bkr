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66" r:id="rId3"/>
    <p:sldId id="258" r:id="rId4"/>
    <p:sldId id="259" r:id="rId5"/>
    <p:sldId id="264" r:id="rId6"/>
    <p:sldId id="269" r:id="rId7"/>
    <p:sldId id="263" r:id="rId8"/>
    <p:sldId id="261" r:id="rId9"/>
    <p:sldId id="26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09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99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21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54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74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00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53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9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18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64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7553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47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0899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202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704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656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0DBA7-754F-486A-B434-A8A8D3473CEA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0CBE04E-F877-42EA-8FEB-0587FCBA6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92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69463" y="2593363"/>
            <a:ext cx="9273477" cy="2262781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Програмна</a:t>
            </a:r>
            <a:r>
              <a:rPr lang="ru-RU" dirty="0"/>
              <a:t> система </a:t>
            </a:r>
            <a:r>
              <a:rPr lang="ru-RU" dirty="0" err="1"/>
              <a:t>обліку</a:t>
            </a:r>
            <a:r>
              <a:rPr lang="ru-RU" dirty="0"/>
              <a:t> та </a:t>
            </a:r>
            <a:r>
              <a:rPr lang="ru-RU" dirty="0" err="1"/>
              <a:t>планування</a:t>
            </a:r>
            <a:r>
              <a:rPr lang="ru-RU" dirty="0"/>
              <a:t> </a:t>
            </a:r>
            <a:r>
              <a:rPr lang="ru-RU" dirty="0" err="1"/>
              <a:t>обов’язкових</a:t>
            </a:r>
            <a:r>
              <a:rPr lang="ru-RU" dirty="0"/>
              <a:t> </a:t>
            </a:r>
            <a:r>
              <a:rPr lang="ru-RU" dirty="0" err="1"/>
              <a:t>заходів</a:t>
            </a:r>
            <a:r>
              <a:rPr lang="ru-RU" dirty="0"/>
              <a:t> по догляду за </a:t>
            </a:r>
            <a:r>
              <a:rPr lang="ru-RU" dirty="0" err="1"/>
              <a:t>тваринами</a:t>
            </a:r>
            <a:r>
              <a:rPr lang="ru-RU" dirty="0"/>
              <a:t> на </a:t>
            </a:r>
            <a:r>
              <a:rPr lang="ru-RU" dirty="0" err="1"/>
              <a:t>фермі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02736" y="5486400"/>
            <a:ext cx="8476488" cy="1371600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uk-UA" dirty="0" smtClean="0"/>
              <a:t>Виконав: </a:t>
            </a:r>
          </a:p>
          <a:p>
            <a:pPr algn="r"/>
            <a:r>
              <a:rPr lang="uk-UA" dirty="0" smtClean="0"/>
              <a:t>студент групи </a:t>
            </a:r>
            <a:r>
              <a:rPr lang="uk-UA" dirty="0" smtClean="0"/>
              <a:t>ПЗПІз-22-1</a:t>
            </a:r>
            <a:endParaRPr lang="uk-UA" dirty="0" smtClean="0"/>
          </a:p>
          <a:p>
            <a:pPr algn="r"/>
            <a:r>
              <a:rPr lang="uk-UA" dirty="0" smtClean="0"/>
              <a:t> </a:t>
            </a:r>
            <a:r>
              <a:rPr lang="uk-UA" dirty="0" err="1" smtClean="0"/>
              <a:t>Богатов</a:t>
            </a:r>
            <a:r>
              <a:rPr lang="uk-UA" dirty="0" smtClean="0"/>
              <a:t> І.С.</a:t>
            </a:r>
          </a:p>
          <a:p>
            <a:pPr algn="r"/>
            <a:r>
              <a:rPr lang="uk-UA" dirty="0" smtClean="0"/>
              <a:t>Керівник: </a:t>
            </a:r>
            <a:r>
              <a:rPr lang="uk-UA" dirty="0" smtClean="0"/>
              <a:t>Бабій А.С.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061058" y="109728"/>
            <a:ext cx="6008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cap="small" dirty="0"/>
              <a:t>Харківський національний університет радіоелектроніки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315970" y="6488668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Харків-2026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128989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90279" y="621972"/>
            <a:ext cx="9404723" cy="928026"/>
          </a:xfrm>
        </p:spPr>
        <p:txBody>
          <a:bodyPr/>
          <a:lstStyle/>
          <a:p>
            <a:r>
              <a:rPr lang="ru-RU" dirty="0" err="1" smtClean="0"/>
              <a:t>Завдання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66749" y="2052918"/>
            <a:ext cx="9411307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dirty="0" smtClean="0"/>
              <a:t>Розробити програмну систему обліку та планування обов’язкових заходів по догляду за тваринами на фермі </a:t>
            </a:r>
            <a:r>
              <a:rPr lang="uk-UA" dirty="0"/>
              <a:t>з:</a:t>
            </a:r>
            <a:endParaRPr lang="uk-UA" dirty="0" smtClean="0"/>
          </a:p>
          <a:p>
            <a:r>
              <a:rPr lang="ru-RU" dirty="0" err="1" smtClean="0"/>
              <a:t>Графічним</a:t>
            </a:r>
            <a:r>
              <a:rPr lang="ru-RU" dirty="0" smtClean="0"/>
              <a:t> </a:t>
            </a:r>
            <a:r>
              <a:rPr lang="ru-RU" dirty="0" err="1" smtClean="0"/>
              <a:t>інтерфейсом</a:t>
            </a:r>
            <a:r>
              <a:rPr lang="ru-RU" dirty="0" smtClean="0"/>
              <a:t> </a:t>
            </a:r>
            <a:r>
              <a:rPr lang="ru-RU" dirty="0" err="1" smtClean="0"/>
              <a:t>користувача</a:t>
            </a:r>
            <a:r>
              <a:rPr lang="ru-RU" dirty="0" smtClean="0"/>
              <a:t> </a:t>
            </a:r>
          </a:p>
          <a:p>
            <a:r>
              <a:rPr lang="uk-UA" dirty="0" smtClean="0"/>
              <a:t>Мовою </a:t>
            </a:r>
            <a:r>
              <a:rPr lang="uk-UA" dirty="0"/>
              <a:t>програмування </a:t>
            </a:r>
            <a:r>
              <a:rPr lang="en-US" dirty="0"/>
              <a:t>C#</a:t>
            </a:r>
            <a:endParaRPr lang="ru-RU" dirty="0" smtClean="0"/>
          </a:p>
          <a:p>
            <a:r>
              <a:rPr lang="uk-UA" dirty="0" smtClean="0"/>
              <a:t>Використанням реляційної СУБД </a:t>
            </a:r>
            <a:r>
              <a:rPr lang="en-US" dirty="0" smtClean="0"/>
              <a:t>MySQL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Рольовим</a:t>
            </a:r>
            <a:r>
              <a:rPr lang="ru-RU" dirty="0" smtClean="0"/>
              <a:t> доступом </a:t>
            </a:r>
            <a:r>
              <a:rPr lang="uk-UA" dirty="0"/>
              <a:t>(</a:t>
            </a:r>
            <a:r>
              <a:rPr lang="en-US" dirty="0"/>
              <a:t>Admin/Worker</a:t>
            </a:r>
            <a:r>
              <a:rPr lang="en-US" dirty="0" smtClean="0"/>
              <a:t>)</a:t>
            </a:r>
            <a:endParaRPr lang="ru-RU" dirty="0" smtClean="0"/>
          </a:p>
          <a:p>
            <a:r>
              <a:rPr lang="uk-UA" dirty="0"/>
              <a:t>О</a:t>
            </a:r>
            <a:r>
              <a:rPr lang="uk-UA" dirty="0" smtClean="0"/>
              <a:t>бліком </a:t>
            </a:r>
            <a:r>
              <a:rPr lang="uk-UA" dirty="0"/>
              <a:t>поголів'я за </a:t>
            </a:r>
            <a:r>
              <a:rPr lang="uk-UA" dirty="0" smtClean="0"/>
              <a:t>локаціями</a:t>
            </a:r>
          </a:p>
          <a:p>
            <a:r>
              <a:rPr lang="uk-UA" dirty="0" smtClean="0"/>
              <a:t>Довідником процедур</a:t>
            </a:r>
          </a:p>
          <a:p>
            <a:r>
              <a:rPr lang="uk-UA" dirty="0" smtClean="0"/>
              <a:t>Формуванням завдань для персоналу</a:t>
            </a:r>
          </a:p>
          <a:p>
            <a:r>
              <a:rPr lang="uk-UA" dirty="0" smtClean="0"/>
              <a:t>Інтерактивним контролем виконання завдань</a:t>
            </a:r>
          </a:p>
          <a:p>
            <a:r>
              <a:rPr lang="uk-UA" dirty="0" smtClean="0"/>
              <a:t>Під ОС</a:t>
            </a:r>
            <a:r>
              <a:rPr lang="en-US" dirty="0" smtClean="0"/>
              <a:t> Windows</a:t>
            </a:r>
            <a:endParaRPr lang="uk-UA" dirty="0" smtClean="0"/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54593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Проблеми існуючого підходу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81820" y="2334768"/>
            <a:ext cx="6609652" cy="3777622"/>
          </a:xfrm>
        </p:spPr>
        <p:txBody>
          <a:bodyPr/>
          <a:lstStyle/>
          <a:p>
            <a:r>
              <a:rPr lang="ru-RU" dirty="0" err="1" smtClean="0"/>
              <a:t>паперовий</a:t>
            </a:r>
            <a:r>
              <a:rPr lang="ru-RU" dirty="0" smtClean="0"/>
              <a:t> </a:t>
            </a:r>
            <a:r>
              <a:rPr lang="ru-RU" dirty="0" err="1"/>
              <a:t>облік</a:t>
            </a:r>
            <a:r>
              <a:rPr lang="ru-RU" dirty="0"/>
              <a:t> та </a:t>
            </a:r>
            <a:r>
              <a:rPr lang="ru-RU" dirty="0" err="1" smtClean="0"/>
              <a:t>журнали</a:t>
            </a:r>
            <a:r>
              <a:rPr lang="ru-RU" dirty="0"/>
              <a:t> </a:t>
            </a:r>
            <a:r>
              <a:rPr lang="ru-RU" dirty="0" err="1" smtClean="0"/>
              <a:t>займають</a:t>
            </a:r>
            <a:r>
              <a:rPr lang="ru-RU" dirty="0" smtClean="0"/>
              <a:t> </a:t>
            </a:r>
            <a:r>
              <a:rPr lang="ru-RU" dirty="0" err="1" smtClean="0"/>
              <a:t>багато</a:t>
            </a:r>
            <a:r>
              <a:rPr lang="ru-RU" dirty="0" smtClean="0"/>
              <a:t> </a:t>
            </a:r>
            <a:r>
              <a:rPr lang="ru-RU" dirty="0" err="1" smtClean="0"/>
              <a:t>місця</a:t>
            </a:r>
            <a:r>
              <a:rPr lang="ru-RU" dirty="0" smtClean="0"/>
              <a:t> та не </a:t>
            </a:r>
            <a:r>
              <a:rPr lang="ru-RU" dirty="0" err="1" smtClean="0"/>
              <a:t>зручні</a:t>
            </a:r>
            <a:r>
              <a:rPr lang="ru-RU" dirty="0" smtClean="0"/>
              <a:t> у </a:t>
            </a:r>
            <a:r>
              <a:rPr lang="ru-RU" dirty="0" err="1" smtClean="0"/>
              <a:t>користуванні</a:t>
            </a:r>
            <a:endParaRPr lang="ru-RU" dirty="0"/>
          </a:p>
          <a:p>
            <a:r>
              <a:rPr lang="ru-RU" dirty="0"/>
              <a:t>пропуск </a:t>
            </a:r>
            <a:r>
              <a:rPr lang="ru-RU" dirty="0" err="1"/>
              <a:t>обов'язкових</a:t>
            </a:r>
            <a:r>
              <a:rPr lang="ru-RU" dirty="0"/>
              <a:t> </a:t>
            </a:r>
            <a:r>
              <a:rPr lang="ru-RU" dirty="0" smtClean="0"/>
              <a:t>процедур </a:t>
            </a:r>
            <a:endParaRPr lang="ru-RU" dirty="0"/>
          </a:p>
          <a:p>
            <a:r>
              <a:rPr lang="ru-RU" dirty="0" err="1"/>
              <a:t>людський</a:t>
            </a:r>
            <a:r>
              <a:rPr lang="ru-RU" dirty="0"/>
              <a:t> </a:t>
            </a:r>
            <a:r>
              <a:rPr lang="ru-RU" dirty="0" smtClean="0"/>
              <a:t>фактор</a:t>
            </a:r>
            <a:endParaRPr lang="ru-RU" dirty="0"/>
          </a:p>
          <a:p>
            <a:r>
              <a:rPr lang="ru-RU" dirty="0" err="1"/>
              <a:t>складність</a:t>
            </a:r>
            <a:r>
              <a:rPr lang="ru-RU" dirty="0"/>
              <a:t> контролю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 smtClean="0"/>
              <a:t>завдань</a:t>
            </a:r>
            <a:endParaRPr lang="ru-RU" dirty="0"/>
          </a:p>
          <a:p>
            <a:r>
              <a:rPr lang="ru-RU" dirty="0" err="1"/>
              <a:t>відсутність</a:t>
            </a:r>
            <a:r>
              <a:rPr lang="ru-RU" dirty="0"/>
              <a:t> </a:t>
            </a:r>
            <a:r>
              <a:rPr lang="ru-RU" dirty="0" err="1"/>
              <a:t>єдиної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 smtClean="0"/>
              <a:t>планування</a:t>
            </a:r>
            <a:r>
              <a:rPr lang="ru-RU" dirty="0" smtClean="0"/>
              <a:t> та </a:t>
            </a:r>
            <a:r>
              <a:rPr lang="ru-RU" dirty="0" err="1" smtClean="0"/>
              <a:t>збереження</a:t>
            </a:r>
            <a:r>
              <a:rPr lang="ru-RU" dirty="0" smtClean="0"/>
              <a:t> </a:t>
            </a:r>
            <a:r>
              <a:rPr lang="ru-RU" dirty="0" err="1" smtClean="0"/>
              <a:t>даних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44345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Визначення вимог до </a:t>
            </a:r>
            <a:r>
              <a:rPr lang="uk-UA" dirty="0" err="1" smtClean="0"/>
              <a:t>проєкту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dirty="0" smtClean="0"/>
              <a:t>Розроблена програма повинна мати такі функції:</a:t>
            </a:r>
            <a:endParaRPr lang="ru-RU" sz="2000" dirty="0" smtClean="0"/>
          </a:p>
          <a:p>
            <a:r>
              <a:rPr lang="ru-RU" sz="2000" dirty="0" err="1" smtClean="0"/>
              <a:t>ведення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обліку</a:t>
            </a:r>
            <a:r>
              <a:rPr lang="ru-RU" sz="2000" dirty="0" smtClean="0"/>
              <a:t> </a:t>
            </a:r>
            <a:r>
              <a:rPr lang="ru-RU" sz="2000" dirty="0" err="1" smtClean="0"/>
              <a:t>тварин</a:t>
            </a:r>
            <a:r>
              <a:rPr lang="ru-RU" sz="2000" dirty="0" smtClean="0"/>
              <a:t> та </a:t>
            </a:r>
            <a:r>
              <a:rPr lang="ru-RU" sz="2000" dirty="0" err="1" smtClean="0"/>
              <a:t>їх</a:t>
            </a:r>
            <a:r>
              <a:rPr lang="ru-RU" sz="2000" dirty="0" smtClean="0"/>
              <a:t> </a:t>
            </a:r>
            <a:r>
              <a:rPr lang="ru-RU" sz="2000" dirty="0" err="1" smtClean="0"/>
              <a:t>розміщення</a:t>
            </a:r>
            <a:endParaRPr lang="ru-RU" sz="2000" dirty="0" smtClean="0"/>
          </a:p>
          <a:p>
            <a:r>
              <a:rPr lang="ru-RU" sz="2000" dirty="0" err="1" smtClean="0"/>
              <a:t>планування</a:t>
            </a:r>
            <a:r>
              <a:rPr lang="ru-RU" sz="2000" dirty="0" smtClean="0"/>
              <a:t> та контроль </a:t>
            </a:r>
            <a:r>
              <a:rPr lang="ru-RU" sz="2000" dirty="0" err="1" smtClean="0"/>
              <a:t>виконання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заходів</a:t>
            </a:r>
            <a:r>
              <a:rPr lang="ru-RU" sz="2000" dirty="0" smtClean="0"/>
              <a:t> по догляду за </a:t>
            </a:r>
            <a:r>
              <a:rPr lang="ru-RU" sz="2000" dirty="0" err="1" smtClean="0"/>
              <a:t>тваринами</a:t>
            </a:r>
            <a:endParaRPr lang="ru-RU" sz="2000" dirty="0" smtClean="0"/>
          </a:p>
          <a:p>
            <a:r>
              <a:rPr lang="ru-RU" sz="2000" dirty="0" err="1" smtClean="0"/>
              <a:t>формування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персональних</a:t>
            </a:r>
            <a:r>
              <a:rPr lang="ru-RU" sz="2000" dirty="0" smtClean="0"/>
              <a:t> </a:t>
            </a:r>
            <a:r>
              <a:rPr lang="ru-RU" sz="2000" dirty="0" err="1" smtClean="0"/>
              <a:t>завдань</a:t>
            </a:r>
            <a:r>
              <a:rPr lang="ru-RU" sz="2000" dirty="0" smtClean="0"/>
              <a:t> для </a:t>
            </a:r>
            <a:r>
              <a:rPr lang="ru-RU" sz="2000" dirty="0" err="1" smtClean="0"/>
              <a:t>працівників</a:t>
            </a:r>
            <a:r>
              <a:rPr lang="ru-RU" sz="2000" dirty="0" smtClean="0"/>
              <a:t>;</a:t>
            </a:r>
          </a:p>
          <a:p>
            <a:r>
              <a:rPr lang="ru-RU" sz="2000" dirty="0" err="1" smtClean="0"/>
              <a:t>розмежування</a:t>
            </a:r>
            <a:r>
              <a:rPr lang="ru-RU" sz="2000" dirty="0" smtClean="0"/>
              <a:t> прав доступу </a:t>
            </a:r>
            <a:r>
              <a:rPr lang="ru-RU" sz="2000" dirty="0" err="1" smtClean="0"/>
              <a:t>між</a:t>
            </a:r>
            <a:r>
              <a:rPr lang="ru-RU" sz="2000" dirty="0" smtClean="0"/>
              <a:t> </a:t>
            </a:r>
            <a:r>
              <a:rPr lang="ru-RU" sz="2000" dirty="0" err="1" smtClean="0"/>
              <a:t>адміністратором</a:t>
            </a:r>
            <a:r>
              <a:rPr lang="ru-RU" sz="2000" dirty="0" smtClean="0"/>
              <a:t> і </a:t>
            </a:r>
            <a:r>
              <a:rPr lang="ru-RU" sz="2000" dirty="0" err="1" smtClean="0"/>
              <a:t>працівниками</a:t>
            </a:r>
            <a:endParaRPr lang="ru-RU" sz="2000" dirty="0" smtClean="0"/>
          </a:p>
          <a:p>
            <a:r>
              <a:rPr lang="ru-RU" sz="2000" dirty="0" err="1" smtClean="0"/>
              <a:t>централізоване</a:t>
            </a:r>
            <a:r>
              <a:rPr lang="ru-RU" sz="2000" dirty="0" smtClean="0"/>
              <a:t> </a:t>
            </a:r>
            <a:r>
              <a:rPr lang="ru-RU" sz="2000" dirty="0" err="1" smtClean="0"/>
              <a:t>зберігання</a:t>
            </a:r>
            <a:r>
              <a:rPr lang="ru-RU" sz="2000" dirty="0" smtClean="0"/>
              <a:t> та </a:t>
            </a:r>
            <a:r>
              <a:rPr lang="ru-RU" sz="2000" dirty="0" err="1" smtClean="0"/>
              <a:t>обробка</a:t>
            </a:r>
            <a:r>
              <a:rPr lang="ru-RU" sz="2000" dirty="0" smtClean="0"/>
              <a:t> </a:t>
            </a:r>
            <a:r>
              <a:rPr lang="ru-RU" sz="2000" dirty="0" err="1" smtClean="0"/>
              <a:t>інформації</a:t>
            </a:r>
            <a:r>
              <a:rPr lang="ru-RU" sz="2000" dirty="0" smtClean="0"/>
              <a:t> в </a:t>
            </a:r>
            <a:r>
              <a:rPr lang="ru-RU" sz="2000" dirty="0" err="1" smtClean="0"/>
              <a:t>базі</a:t>
            </a:r>
            <a:r>
              <a:rPr lang="ru-RU" sz="2000" dirty="0" smtClean="0"/>
              <a:t> </a:t>
            </a:r>
            <a:r>
              <a:rPr lang="ru-RU" sz="2000" dirty="0" err="1" smtClean="0"/>
              <a:t>даних</a:t>
            </a:r>
            <a:endParaRPr lang="ru-RU" sz="2000" dirty="0" smtClean="0"/>
          </a:p>
          <a:p>
            <a:r>
              <a:rPr lang="ru-RU" sz="2000" dirty="0" err="1" smtClean="0"/>
              <a:t>забезпечення</a:t>
            </a:r>
            <a:r>
              <a:rPr lang="ru-RU" sz="2000" dirty="0" smtClean="0"/>
              <a:t> оперативного контролю за </a:t>
            </a:r>
            <a:r>
              <a:rPr lang="ru-RU" sz="2000" dirty="0" err="1" smtClean="0"/>
              <a:t>виконанням</a:t>
            </a:r>
            <a:r>
              <a:rPr lang="ru-RU" sz="2000" dirty="0" smtClean="0"/>
              <a:t> </a:t>
            </a:r>
            <a:r>
              <a:rPr lang="ru-RU" sz="2000" dirty="0" err="1" smtClean="0"/>
              <a:t>завдань</a:t>
            </a:r>
            <a:endParaRPr lang="ru-RU" sz="20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26226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2585" y="496094"/>
            <a:ext cx="5002231" cy="1280890"/>
          </a:xfrm>
        </p:spPr>
        <p:txBody>
          <a:bodyPr/>
          <a:lstStyle/>
          <a:p>
            <a:r>
              <a:rPr lang="uk-UA" dirty="0" smtClean="0"/>
              <a:t>Структура системи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40" y="1776984"/>
            <a:ext cx="1130617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9544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19857" y="496094"/>
            <a:ext cx="5394960" cy="1280890"/>
          </a:xfrm>
        </p:spPr>
        <p:txBody>
          <a:bodyPr/>
          <a:lstStyle/>
          <a:p>
            <a:r>
              <a:rPr lang="uk-UA" dirty="0" smtClean="0"/>
              <a:t>Структура бази даних 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027" y="1239208"/>
            <a:ext cx="5680790" cy="546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3442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32484" y="1348830"/>
            <a:ext cx="5791265" cy="1400530"/>
          </a:xfrm>
        </p:spPr>
        <p:txBody>
          <a:bodyPr/>
          <a:lstStyle/>
          <a:p>
            <a:r>
              <a:rPr lang="uk-UA" dirty="0" smtClean="0"/>
              <a:t>Загальний алгоритм роботи системи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49" y="0"/>
            <a:ext cx="31223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8397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5573" y="348302"/>
            <a:ext cx="8911687" cy="1280890"/>
          </a:xfrm>
        </p:spPr>
        <p:txBody>
          <a:bodyPr/>
          <a:lstStyle/>
          <a:p>
            <a:r>
              <a:rPr lang="uk-UA" dirty="0" smtClean="0"/>
              <a:t>Форма адміністратора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111" y="1748066"/>
            <a:ext cx="8946541" cy="4195481"/>
          </a:xfrm>
        </p:spPr>
        <p:txBody>
          <a:bodyPr/>
          <a:lstStyle/>
          <a:p>
            <a:pPr marL="0" indent="0">
              <a:buNone/>
            </a:pPr>
            <a:endParaRPr lang="uk-UA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865566" y="4299965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ru-RU" dirty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8415641" y="1748066"/>
            <a:ext cx="3701619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2000" dirty="0" smtClean="0"/>
              <a:t>Адміністратор має можливість:</a:t>
            </a:r>
            <a:endParaRPr lang="uk-UA" sz="2000" dirty="0" smtClean="0"/>
          </a:p>
          <a:p>
            <a:r>
              <a:rPr lang="ru-RU" sz="2000" dirty="0" err="1"/>
              <a:t>керувати</a:t>
            </a:r>
            <a:r>
              <a:rPr lang="ru-RU" sz="2000" dirty="0"/>
              <a:t> </a:t>
            </a:r>
            <a:r>
              <a:rPr lang="ru-RU" sz="2000" dirty="0" err="1" smtClean="0"/>
              <a:t>працівниками</a:t>
            </a:r>
            <a:endParaRPr lang="ru-RU" sz="2000" dirty="0"/>
          </a:p>
          <a:p>
            <a:r>
              <a:rPr lang="ru-RU" sz="2000" dirty="0" err="1"/>
              <a:t>створювати</a:t>
            </a:r>
            <a:r>
              <a:rPr lang="ru-RU" sz="2000" dirty="0"/>
              <a:t> </a:t>
            </a:r>
            <a:r>
              <a:rPr lang="ru-RU" sz="2000" dirty="0" err="1" smtClean="0"/>
              <a:t>завдання</a:t>
            </a:r>
            <a:endParaRPr lang="ru-RU" sz="2000" dirty="0" smtClean="0"/>
          </a:p>
          <a:p>
            <a:r>
              <a:rPr lang="ru-RU" sz="2000" dirty="0" err="1" smtClean="0"/>
              <a:t>редагувати</a:t>
            </a:r>
            <a:r>
              <a:rPr lang="ru-RU" sz="2000" dirty="0" smtClean="0"/>
              <a:t> </a:t>
            </a:r>
            <a:r>
              <a:rPr lang="ru-RU" sz="2000" dirty="0" err="1" smtClean="0"/>
              <a:t>процедури</a:t>
            </a:r>
            <a:endParaRPr lang="ru-RU" sz="2000" dirty="0" smtClean="0"/>
          </a:p>
          <a:p>
            <a:r>
              <a:rPr lang="ru-RU" sz="2000" dirty="0" smtClean="0"/>
              <a:t>вести </a:t>
            </a:r>
            <a:r>
              <a:rPr lang="ru-RU" sz="2000" dirty="0" err="1"/>
              <a:t>облік</a:t>
            </a:r>
            <a:r>
              <a:rPr lang="ru-RU" sz="2000" dirty="0"/>
              <a:t> </a:t>
            </a:r>
            <a:r>
              <a:rPr lang="ru-RU" sz="2000" dirty="0" err="1" smtClean="0"/>
              <a:t>поголів'я</a:t>
            </a:r>
            <a:endParaRPr lang="ru-RU" sz="2000" dirty="0"/>
          </a:p>
          <a:p>
            <a:r>
              <a:rPr lang="ru-RU" sz="2000" dirty="0" err="1"/>
              <a:t>переглядати</a:t>
            </a:r>
            <a:r>
              <a:rPr lang="ru-RU" sz="2000" dirty="0"/>
              <a:t> </a:t>
            </a:r>
            <a:r>
              <a:rPr lang="ru-RU" sz="2000" dirty="0" err="1" smtClean="0"/>
              <a:t>інформацію</a:t>
            </a:r>
            <a:endParaRPr lang="ru-RU" sz="2000" dirty="0"/>
          </a:p>
          <a:p>
            <a:endParaRPr lang="ru-RU" sz="2000" dirty="0"/>
          </a:p>
          <a:p>
            <a:endParaRPr lang="uk-UA" sz="2000" dirty="0"/>
          </a:p>
          <a:p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3" y="1481507"/>
            <a:ext cx="7834438" cy="404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35668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5573" y="348302"/>
            <a:ext cx="8911687" cy="1280890"/>
          </a:xfrm>
        </p:spPr>
        <p:txBody>
          <a:bodyPr/>
          <a:lstStyle/>
          <a:p>
            <a:r>
              <a:rPr lang="uk-UA" dirty="0" smtClean="0"/>
              <a:t>Форма працівника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111" y="1748066"/>
            <a:ext cx="8946541" cy="4195481"/>
          </a:xfrm>
        </p:spPr>
        <p:txBody>
          <a:bodyPr/>
          <a:lstStyle/>
          <a:p>
            <a:pPr marL="0" indent="0">
              <a:buNone/>
            </a:pPr>
            <a:endParaRPr lang="uk-UA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865566" y="4299965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ru-RU" dirty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8415641" y="1748066"/>
            <a:ext cx="3701619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 err="1"/>
              <a:t>Працівник</a:t>
            </a:r>
            <a:r>
              <a:rPr lang="ru-RU" sz="2000" dirty="0"/>
              <a:t> </a:t>
            </a:r>
            <a:r>
              <a:rPr lang="ru-RU" sz="2000" dirty="0" err="1"/>
              <a:t>може</a:t>
            </a:r>
            <a:r>
              <a:rPr lang="ru-RU" sz="2000" dirty="0"/>
              <a:t>:</a:t>
            </a:r>
          </a:p>
          <a:p>
            <a:r>
              <a:rPr lang="ru-RU" sz="2000" dirty="0" err="1"/>
              <a:t>переглядати</a:t>
            </a:r>
            <a:r>
              <a:rPr lang="ru-RU" sz="2000" dirty="0"/>
              <a:t> </a:t>
            </a:r>
            <a:r>
              <a:rPr lang="ru-RU" sz="2000" dirty="0" err="1"/>
              <a:t>доступні</a:t>
            </a:r>
            <a:r>
              <a:rPr lang="ru-RU" sz="2000" dirty="0"/>
              <a:t> </a:t>
            </a:r>
            <a:r>
              <a:rPr lang="ru-RU" sz="2000" dirty="0" err="1" smtClean="0"/>
              <a:t>завдання</a:t>
            </a:r>
            <a:endParaRPr lang="ru-RU" sz="2000" dirty="0"/>
          </a:p>
          <a:p>
            <a:r>
              <a:rPr lang="ru-RU" sz="2000" dirty="0" err="1"/>
              <a:t>брати</a:t>
            </a:r>
            <a:r>
              <a:rPr lang="ru-RU" sz="2000" dirty="0"/>
              <a:t> </a:t>
            </a:r>
            <a:r>
              <a:rPr lang="ru-RU" sz="2000" dirty="0" err="1"/>
              <a:t>завдання</a:t>
            </a:r>
            <a:r>
              <a:rPr lang="ru-RU" sz="2000" dirty="0"/>
              <a:t> у </a:t>
            </a:r>
            <a:r>
              <a:rPr lang="ru-RU" sz="2000" dirty="0" smtClean="0"/>
              <a:t>роботу</a:t>
            </a:r>
            <a:endParaRPr lang="ru-RU" sz="2000" dirty="0"/>
          </a:p>
          <a:p>
            <a:r>
              <a:rPr lang="ru-RU" sz="2000" dirty="0" err="1"/>
              <a:t>переглядати</a:t>
            </a:r>
            <a:r>
              <a:rPr lang="ru-RU" sz="2000" dirty="0"/>
              <a:t> </a:t>
            </a:r>
            <a:r>
              <a:rPr lang="ru-RU" sz="2000" dirty="0" err="1"/>
              <a:t>власний</a:t>
            </a:r>
            <a:r>
              <a:rPr lang="ru-RU" sz="2000" dirty="0"/>
              <a:t> </a:t>
            </a:r>
            <a:r>
              <a:rPr lang="ru-RU" sz="2000" dirty="0" smtClean="0"/>
              <a:t>список</a:t>
            </a:r>
            <a:endParaRPr lang="ru-RU" sz="2000" dirty="0"/>
          </a:p>
          <a:p>
            <a:r>
              <a:rPr lang="ru-RU" sz="2000" dirty="0" err="1"/>
              <a:t>відмічати</a:t>
            </a:r>
            <a:r>
              <a:rPr lang="ru-RU" sz="2000" dirty="0"/>
              <a:t> </a:t>
            </a:r>
            <a:r>
              <a:rPr lang="ru-RU" sz="2000" dirty="0" err="1" smtClean="0"/>
              <a:t>виконання</a:t>
            </a:r>
            <a:endParaRPr lang="ru-RU" sz="2000" dirty="0"/>
          </a:p>
          <a:p>
            <a:r>
              <a:rPr lang="ru-RU" sz="2000" dirty="0" err="1"/>
              <a:t>оновлювати</a:t>
            </a:r>
            <a:r>
              <a:rPr lang="ru-RU" sz="2000" dirty="0"/>
              <a:t> статус </a:t>
            </a:r>
            <a:r>
              <a:rPr lang="ru-RU" sz="2000" dirty="0" err="1" smtClean="0"/>
              <a:t>завдань</a:t>
            </a:r>
            <a:endParaRPr lang="ru-RU" sz="2000" dirty="0"/>
          </a:p>
          <a:p>
            <a:endParaRPr lang="ru-RU" sz="2000" dirty="0"/>
          </a:p>
          <a:p>
            <a:endParaRPr lang="uk-UA" sz="2000" dirty="0"/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6" y="1629192"/>
            <a:ext cx="7634716" cy="380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5961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444</TotalTime>
  <Words>213</Words>
  <Application>Microsoft Office PowerPoint</Application>
  <PresentationFormat>Широкоэкранный</PresentationFormat>
  <Paragraphs>51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Легкий дым</vt:lpstr>
      <vt:lpstr>Програмна система обліку та планування обов’язкових заходів по догляду за тваринами на фермі</vt:lpstr>
      <vt:lpstr>Завдання:</vt:lpstr>
      <vt:lpstr>Проблеми існуючого підходу</vt:lpstr>
      <vt:lpstr>Визначення вимог до проєкту</vt:lpstr>
      <vt:lpstr>Структура системи</vt:lpstr>
      <vt:lpstr>Структура бази даних </vt:lpstr>
      <vt:lpstr>Загальний алгоритм роботи системи</vt:lpstr>
      <vt:lpstr>Форма адміністратора</vt:lpstr>
      <vt:lpstr>Форма працівника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Програмний модуль резервного копіювання та відновлення даних</dc:title>
  <dc:creator>Samurai</dc:creator>
  <cp:lastModifiedBy>Samurai</cp:lastModifiedBy>
  <cp:revision>35</cp:revision>
  <dcterms:created xsi:type="dcterms:W3CDTF">2026-06-12T08:46:14Z</dcterms:created>
  <dcterms:modified xsi:type="dcterms:W3CDTF">2026-07-07T16:51:14Z</dcterms:modified>
</cp:coreProperties>
</file>